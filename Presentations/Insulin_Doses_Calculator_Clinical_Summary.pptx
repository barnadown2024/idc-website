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Insulin Doses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Usage, Engagement &amp; Early Adoption Summary</a:t>
            </a:r>
          </a:p>
          <a:p/>
          <a:p>
            <a:r>
              <a:t>For Clinical &amp; Medical Specialists</a:t>
            </a:r>
          </a:p>
          <a:p/>
          <a:p>
            <a:r>
              <a:t>Reporting Period: 5–12 January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tool supporting insulin dose calculations</a:t>
            </a:r>
          </a:p>
          <a:p>
            <a:r>
              <a:t>• Designed for clarity, speed, and repeat use</a:t>
            </a:r>
          </a:p>
          <a:p>
            <a:r>
              <a:t>• Supports – does not replace – clinical judgement</a:t>
            </a:r>
          </a:p>
          <a:p>
            <a:r>
              <a:t>• Built with performance, privacy, and safety in mind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Audience &amp;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Individuals managing insulin dosing</a:t>
            </a:r>
          </a:p>
          <a:p>
            <a:r>
              <a:t>• Repeated daily calculator use</a:t>
            </a:r>
          </a:p>
          <a:p>
            <a:r>
              <a:t>• Utility-focused, not content browsing</a:t>
            </a:r>
          </a:p>
          <a:p>
            <a:r>
              <a:t>• Indicates intentional, problem-solving behaviour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Usage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522 unique users in 7 days</a:t>
            </a:r>
          </a:p>
          <a:p>
            <a:r>
              <a:t>• 7,800 total interactions</a:t>
            </a:r>
          </a:p>
          <a:p>
            <a:r>
              <a:t>• ~15 interactions per user</a:t>
            </a:r>
          </a:p>
          <a:p>
            <a:r>
              <a:t>• Consistent daily usage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repeat interaction per visit</a:t>
            </a:r>
          </a:p>
          <a:p>
            <a:r>
              <a:t>• Low bounce behaviour</a:t>
            </a:r>
          </a:p>
          <a:p>
            <a:r>
              <a:t>• Suggests trust and usefulness</a:t>
            </a:r>
          </a:p>
          <a:p>
            <a:r>
              <a:t>• Above-average engagement for early-stage health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49% of content delivered instantly</a:t>
            </a:r>
          </a:p>
          <a:p>
            <a:r>
              <a:t>• Fast page load times</a:t>
            </a:r>
          </a:p>
          <a:p>
            <a:r>
              <a:t>• Lightweight data usage</a:t>
            </a:r>
          </a:p>
          <a:p>
            <a:r>
              <a:t>• Optimised for mobile and low-bandwidth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unnecessary personal data collected</a:t>
            </a:r>
          </a:p>
          <a:p>
            <a:r>
              <a:t>• No advertising or behavioural tracking</a:t>
            </a:r>
          </a:p>
          <a:p>
            <a:r>
              <a:t>• GDPR-aligned minimal data approach</a:t>
            </a:r>
          </a:p>
          <a:p>
            <a:r>
              <a:t>• Designed for trust and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Discoverability &amp; SEO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Organic user discovery already occurring</a:t>
            </a:r>
          </a:p>
          <a:p>
            <a:r>
              <a:t>• Positive engagement signals to search engines</a:t>
            </a:r>
          </a:p>
          <a:p>
            <a:r>
              <a:t>• Early trust formation phase</a:t>
            </a:r>
          </a:p>
          <a:p>
            <a:r>
              <a:t>• Sustainable long-term visibility expected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Trajectory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Months: 3,000–3,500 users/month (expected)</a:t>
            </a:r>
          </a:p>
          <a:p/>
          <a:p>
            <a:r>
              <a:t>6 Months: 4,500–6,000 users/month (expected)</a:t>
            </a:r>
          </a:p>
          <a:p/>
          <a:p>
            <a:r>
              <a:t>Steady, trust-led growth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Clinically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real-world patient adoption</a:t>
            </a:r>
          </a:p>
          <a:p>
            <a:r>
              <a:t>• Shows repeat engagement and reliance</a:t>
            </a:r>
          </a:p>
          <a:p>
            <a:r>
              <a:t>• Potential adjunct support tool</a:t>
            </a:r>
          </a:p>
          <a:p>
            <a:r>
              <a:t>• Foundation for clinical feedback and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diagnostic</a:t>
            </a:r>
          </a:p>
          <a:p>
            <a:r>
              <a:t>• Not a replacement for medical advice</a:t>
            </a:r>
          </a:p>
          <a:p>
            <a:r>
              <a:t>• Supportive digital aid</a:t>
            </a:r>
          </a:p>
          <a:p>
            <a:r>
              <a:t>• Designed with clinical responsibility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Clinical validation pathways</a:t>
            </a:r>
          </a:p>
          <a:p>
            <a:r>
              <a:t>• Safety messaging refinement</a:t>
            </a:r>
          </a:p>
          <a:p>
            <a:r>
              <a:t>• Professional oversight opportunities</a:t>
            </a:r>
          </a:p>
          <a:p>
            <a:r>
              <a:t>• Collaboration and governance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